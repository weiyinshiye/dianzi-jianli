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3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handoutMaster" Target="handoutMasters/handoutMaster1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  <p:pic>
        <p:nvPicPr>
          <p:cNvPr id="43" name="图片 42" descr="银龄 国赛最终版_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5" descr="银龄 国赛最终版_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银龄 国赛最终版_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银龄 国赛最终版_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银龄 国赛最终版_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文字</Application>
  <PresentationFormat>宽屏</PresentationFormat>
  <Paragraphs>0</Paragraphs>
  <Slides>39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0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林晟尧</cp:lastModifiedBy>
  <cp:revision>10</cp:revision>
  <dcterms:created xsi:type="dcterms:W3CDTF">2025-09-04T08:14:03Z</dcterms:created>
  <dcterms:modified xsi:type="dcterms:W3CDTF">2025-09-04T08:14:03Z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2052-6.15.1.8935</vt:lpwstr>
  </property>
  <property fmtid="{D5CDD505-2E9C-101B-9397-08002B2CF9AE}" pid="3" name="ICV">
    <vt:lpwstr>0A885C6D987D36630745B968FC4729E4_41</vt:lpwstr>
  </property>
</Properties>
</file>